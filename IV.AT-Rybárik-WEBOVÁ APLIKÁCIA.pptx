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313" r:id="rId6"/>
  </p:sldIdLst>
  <p:sldSz cx="9144000" cy="5143500" type="screen16x9"/>
  <p:notesSz cx="6858000" cy="9144000"/>
  <p:embeddedFontLst>
    <p:embeddedFont>
      <p:font typeface="Commissioner" panose="020B0604020202020204" charset="0"/>
      <p:regular r:id="rId8"/>
      <p:bold r:id="rId9"/>
    </p:embeddedFont>
    <p:embeddedFont>
      <p:font typeface="Golos Text" panose="020B0604020202020204" charset="0"/>
      <p:regular r:id="rId10"/>
      <p:bold r:id="rId11"/>
    </p:embeddedFont>
    <p:embeddedFont>
      <p:font typeface="Golos Text SemiBold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8483E5-24DB-47B6-A114-A271BC723600}">
  <a:tblStyle styleId="{6C8483E5-24DB-47B6-A114-A271BC7236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140" autoAdjust="0"/>
  </p:normalViewPr>
  <p:slideViewPr>
    <p:cSldViewPr snapToGrid="0">
      <p:cViewPr varScale="1">
        <p:scale>
          <a:sx n="115" d="100"/>
          <a:sy n="115" d="100"/>
        </p:scale>
        <p:origin x="14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747bfd1e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747bfd1ed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Vytvoriť webovú aplikáciu na prípravu na vodičské skúšky na Slovensku. Implementovať inteligentný testovací systém, ktorý analyzuje chyby používateľov a prispôsobuje testy podľa výkonu. Zabezpečiť jednoduché a prehľadné užívateľské rozhranie. , Vytvoriť administrátorské rozhranie na správu testov, sledovanie štatistík a spracovanie spätnej väzby. Umožniť používateľom sledovať pokrok vrátane histórie testov, úspešnosti a analýzy chýb.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32b9ccab91_0_2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32b9ccab91_0_2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3df0acb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43df0acb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22993C89-660C-8716-D9C2-FEB1FB74C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7bfd1ede_0_44:notes">
            <a:extLst>
              <a:ext uri="{FF2B5EF4-FFF2-40B4-BE49-F238E27FC236}">
                <a16:creationId xmlns:a16="http://schemas.microsoft.com/office/drawing/2014/main" id="{C3D6C0DE-7E5C-2711-AEF6-9307FA9EE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47bfd1ede_0_44:notes">
            <a:extLst>
              <a:ext uri="{FF2B5EF4-FFF2-40B4-BE49-F238E27FC236}">
                <a16:creationId xmlns:a16="http://schemas.microsoft.com/office/drawing/2014/main" id="{32A5D9E4-33FD-9A47-EE6F-D5D499102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369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4035075" y="1441250"/>
            <a:ext cx="34281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"/>
          </p:nvPr>
        </p:nvSpPr>
        <p:spPr>
          <a:xfrm>
            <a:off x="4035075" y="2568000"/>
            <a:ext cx="34281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8" name="Google Shape;188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7" name="Google Shape;267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" name="Google Shape;271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2" name="Google Shape;272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6" r:id="rId4"/>
    <p:sldLayoutId id="2147483672" r:id="rId5"/>
    <p:sldLayoutId id="2147483679" r:id="rId6"/>
    <p:sldLayoutId id="214748368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>
            <a:spLocks noGrp="1"/>
          </p:cNvSpPr>
          <p:nvPr>
            <p:ph type="ctrTitle"/>
          </p:nvPr>
        </p:nvSpPr>
        <p:spPr>
          <a:xfrm>
            <a:off x="713224" y="1332200"/>
            <a:ext cx="5273759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dirty="0"/>
              <a:t>WEBOVÁ APLIKÁCIA PRE VODIČSKÉ SKÚŠKY</a:t>
            </a:r>
            <a:endParaRPr lang="en-US" dirty="0"/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1"/>
          </p:nvPr>
        </p:nvSpPr>
        <p:spPr>
          <a:xfrm>
            <a:off x="713224" y="3462813"/>
            <a:ext cx="5004900" cy="82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Ronnie Rybárik   IV.AT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Školiteľ : Mgr. Zuzana Polláková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3100" dirty="0"/>
              <a:t>Ciele práce</a:t>
            </a:r>
            <a:endParaRPr sz="3100" dirty="0"/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98467033-16F0-822F-28C2-30904DEC319B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713225" y="1486837"/>
            <a:ext cx="813151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los Text" panose="020B0604020202020204" charset="0"/>
                <a:cs typeface="Golos Text" panose="020B0604020202020204" charset="0"/>
              </a:rPr>
              <a:t>Vytvoriť webovú aplikáciu na prípravu na vodičské skúšky.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los Text" panose="020B0604020202020204" charset="0"/>
                <a:cs typeface="Golos Text" panose="020B0604020202020204" charset="0"/>
              </a:rPr>
              <a:t>Implementovať inteligentný testovací systém.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los Text" panose="020B0604020202020204" charset="0"/>
                <a:cs typeface="Golos Text" panose="020B0604020202020204" charset="0"/>
              </a:rPr>
              <a:t>Zabezpečiť jednoduché a prehľadné užívateľské rozhranie.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los Text" panose="020B0604020202020204" charset="0"/>
                <a:cs typeface="Golos Text" panose="020B0604020202020204" charset="0"/>
              </a:rPr>
              <a:t>Vytvoriť administrátorské rozhranie.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los Text" panose="020B0604020202020204" charset="0"/>
                <a:cs typeface="Golos Text" panose="020B0604020202020204" charset="0"/>
              </a:rPr>
              <a:t>Umožniť používateľom sledovať pokrok.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9;p43">
            <a:extLst>
              <a:ext uri="{FF2B5EF4-FFF2-40B4-BE49-F238E27FC236}">
                <a16:creationId xmlns:a16="http://schemas.microsoft.com/office/drawing/2014/main" id="{A40F3CAA-71A8-CECC-7FF3-0FE7F0891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100" dirty="0"/>
              <a:t>Použité technológie</a:t>
            </a:r>
            <a:endParaRPr sz="3100" dirty="0"/>
          </a:p>
        </p:txBody>
      </p:sp>
      <p:pic>
        <p:nvPicPr>
          <p:cNvPr id="1026" name="Picture 2" descr="React Native - Wikipedia">
            <a:extLst>
              <a:ext uri="{FF2B5EF4-FFF2-40B4-BE49-F238E27FC236}">
                <a16:creationId xmlns:a16="http://schemas.microsoft.com/office/drawing/2014/main" id="{1F64EC23-BD29-532B-6EE9-1C9EBD31D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929" y="1466812"/>
            <a:ext cx="838148" cy="7460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cript - Wikipedia">
            <a:extLst>
              <a:ext uri="{FF2B5EF4-FFF2-40B4-BE49-F238E27FC236}">
                <a16:creationId xmlns:a16="http://schemas.microsoft.com/office/drawing/2014/main" id="{EF609AEA-C634-612A-8CD3-F478B63DE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253" y="1466811"/>
            <a:ext cx="746043" cy="7460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62EBC7-2750-349D-1625-A371B4883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473" y="1466811"/>
            <a:ext cx="746043" cy="7460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5DF37E4-37AE-4B87-2F4A-BB788491F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113" y="3578636"/>
            <a:ext cx="1156477" cy="7083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Express js Icons, Logos, Symbols – Free Download PNG, SVG">
            <a:extLst>
              <a:ext uri="{FF2B5EF4-FFF2-40B4-BE49-F238E27FC236}">
                <a16:creationId xmlns:a16="http://schemas.microsoft.com/office/drawing/2014/main" id="{22285734-F83B-65C5-FFEC-FF4BA9738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95" b="18607"/>
          <a:stretch/>
        </p:blipFill>
        <p:spPr bwMode="auto">
          <a:xfrm>
            <a:off x="2822331" y="3578636"/>
            <a:ext cx="861994" cy="5370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CodeKit - TailwindCSS">
            <a:extLst>
              <a:ext uri="{FF2B5EF4-FFF2-40B4-BE49-F238E27FC236}">
                <a16:creationId xmlns:a16="http://schemas.microsoft.com/office/drawing/2014/main" id="{BC835CC1-1E8B-1430-89A7-671AD5824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120" y="1466811"/>
            <a:ext cx="1211109" cy="7460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Three.js - Wikipedia">
            <a:extLst>
              <a:ext uri="{FF2B5EF4-FFF2-40B4-BE49-F238E27FC236}">
                <a16:creationId xmlns:a16="http://schemas.microsoft.com/office/drawing/2014/main" id="{23B95D2A-49EB-3430-419A-F292CCDDA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8" t="11447" r="8481" b="7839"/>
          <a:stretch/>
        </p:blipFill>
        <p:spPr bwMode="auto">
          <a:xfrm>
            <a:off x="7442151" y="3537292"/>
            <a:ext cx="712573" cy="69611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Git · GitHub">
            <a:extLst>
              <a:ext uri="{FF2B5EF4-FFF2-40B4-BE49-F238E27FC236}">
                <a16:creationId xmlns:a16="http://schemas.microsoft.com/office/drawing/2014/main" id="{F6F2BC91-6376-A5FB-0D39-585CE1ADA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73" y="3537292"/>
            <a:ext cx="646186" cy="6461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The only platform that shows the full impact of GitHub Copilot">
            <a:extLst>
              <a:ext uri="{FF2B5EF4-FFF2-40B4-BE49-F238E27FC236}">
                <a16:creationId xmlns:a16="http://schemas.microsoft.com/office/drawing/2014/main" id="{8976F64E-942E-B81B-A5AD-09FFDD790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412" y="3537292"/>
            <a:ext cx="646186" cy="6461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Vercel API Integrations - Pipedream">
            <a:extLst>
              <a:ext uri="{FF2B5EF4-FFF2-40B4-BE49-F238E27FC236}">
                <a16:creationId xmlns:a16="http://schemas.microsoft.com/office/drawing/2014/main" id="{3E6119FB-EC57-09ED-B705-B4E4ED263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672" y="2761591"/>
            <a:ext cx="646187" cy="6461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Render - Crunchbase Company Profile &amp; Funding">
            <a:extLst>
              <a:ext uri="{FF2B5EF4-FFF2-40B4-BE49-F238E27FC236}">
                <a16:creationId xmlns:a16="http://schemas.microsoft.com/office/drawing/2014/main" id="{DF89DE95-A74E-FD9B-C2EB-DEEB21872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483" y="2663227"/>
            <a:ext cx="746043" cy="7445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0" descr="Make your applications strong with Supabase">
            <a:extLst>
              <a:ext uri="{FF2B5EF4-FFF2-40B4-BE49-F238E27FC236}">
                <a16:creationId xmlns:a16="http://schemas.microsoft.com/office/drawing/2014/main" id="{1FD3CB00-8D29-895D-F9F8-928E6971A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232" y="2522724"/>
            <a:ext cx="746043" cy="7460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2" descr="In-Depth Prisma Tutorials for 2025 | egghead.io">
            <a:extLst>
              <a:ext uri="{FF2B5EF4-FFF2-40B4-BE49-F238E27FC236}">
                <a16:creationId xmlns:a16="http://schemas.microsoft.com/office/drawing/2014/main" id="{2E643D20-DF5E-EAA3-D6E2-41E3A492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852" y="2545991"/>
            <a:ext cx="746044" cy="7460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4" descr="PostgreSQL - Wikipedia">
            <a:extLst>
              <a:ext uri="{FF2B5EF4-FFF2-40B4-BE49-F238E27FC236}">
                <a16:creationId xmlns:a16="http://schemas.microsoft.com/office/drawing/2014/main" id="{066A2373-A89C-14C3-EB94-DE3DB0B06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473" y="2545991"/>
            <a:ext cx="746043" cy="76931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Namecheap, Inc · GitHub">
            <a:extLst>
              <a:ext uri="{FF2B5EF4-FFF2-40B4-BE49-F238E27FC236}">
                <a16:creationId xmlns:a16="http://schemas.microsoft.com/office/drawing/2014/main" id="{582AD5F6-AEF9-3A2A-ABAD-1B2A8D703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50" y="2711662"/>
            <a:ext cx="746043" cy="74604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C8C105A-0B10-C487-A6D5-626B9EAF0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744"/>
            <a:ext cx="5020376" cy="29722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37C1D3-BB13-7A0F-E5D4-0B79EEC57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42" y="2060628"/>
            <a:ext cx="5935288" cy="30828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68AC6923-594B-C648-FFD5-5646F3ED8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>
            <a:extLst>
              <a:ext uri="{FF2B5EF4-FFF2-40B4-BE49-F238E27FC236}">
                <a16:creationId xmlns:a16="http://schemas.microsoft.com/office/drawing/2014/main" id="{269533AF-8686-9970-DE28-B7EDA8DF6A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42334" y="1920008"/>
            <a:ext cx="6010937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4100" dirty="0"/>
              <a:t>Ďakujem za pozornosť</a:t>
            </a:r>
            <a:r>
              <a:rPr lang="en-US" sz="4100" dirty="0"/>
              <a:t>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73562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115</Words>
  <Application>Microsoft Office PowerPoint</Application>
  <PresentationFormat>On-screen Show (16:9)</PresentationFormat>
  <Paragraphs>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Golos Text</vt:lpstr>
      <vt:lpstr>Arial</vt:lpstr>
      <vt:lpstr>Commissioner</vt:lpstr>
      <vt:lpstr>Golos Text SemiBold</vt:lpstr>
      <vt:lpstr>Formulating a Research Problem for University Students by Slidesgo</vt:lpstr>
      <vt:lpstr>WEBOVÁ APLIKÁCIA PRE VODIČSKÉ SKÚŠKY</vt:lpstr>
      <vt:lpstr>Ciele práce</vt:lpstr>
      <vt:lpstr>Použité technológie</vt:lpstr>
      <vt:lpstr>PowerPoint Presentation</vt:lpstr>
      <vt:lpstr>Ďakujem za pozornosť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Ronnie Rybarik</dc:creator>
  <cp:lastModifiedBy>Ronnie Rybarik</cp:lastModifiedBy>
  <cp:revision>6</cp:revision>
  <dcterms:modified xsi:type="dcterms:W3CDTF">2025-02-19T20:10:18Z</dcterms:modified>
</cp:coreProperties>
</file>